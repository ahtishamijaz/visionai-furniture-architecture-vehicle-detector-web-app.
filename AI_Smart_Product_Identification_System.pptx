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6400800" cy="4572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0248" y="1280160"/>
            <a:ext cx="3657600" cy="384048"/>
          </a:xfrm>
          <a:prstGeom prst="rect">
            <a:avLst/>
          </a:prstGeom>
          <a:solidFill>
            <a:srgbClr val="1E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70248" y="12801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</a:rPr>
              <a:t>🤖  DEEP LEARNING  •  COMPUTER VISION  • 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AI-Based Smart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6366F1"/>
                </a:solidFill>
              </a:rPr>
              <a:t>Identification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Automated Room Object Detection &amp; Classification using YOLO11 Deep Neural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7448" y="4617720"/>
            <a:ext cx="27432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Docker Hub: ahtishamijaz55/smart-product-identification   |   Port 5050   |   Gunicorn + ONNX 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What is this system and what problem does it solve?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547872" cy="411480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54787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40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74320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Automatically identify and count every furniture item and object inside a room photo using AI.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508760"/>
            <a:ext cx="3547872" cy="411480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508760"/>
            <a:ext cx="354787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74320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Real-estate, interior design, hospitality &amp; smart home applications requiring instant room audits.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508760"/>
            <a:ext cx="3547872" cy="411480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508760"/>
            <a:ext cx="354787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240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74320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Upload an image → YOLO11 detects objects → system classifies room type → annotated report generated.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806440"/>
            <a:ext cx="12188952" cy="7772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366F1"/>
                </a:solidFill>
              </a:rPr>
              <a:t>27+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72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Object Categories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366F1"/>
                </a:solidFill>
              </a:rPr>
              <a:t>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6172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COCO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366F1"/>
                </a:solidFill>
              </a:rPr>
              <a:t>YOLO11m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6172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Model Used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366F1"/>
                </a:solidFill>
              </a:rPr>
              <a:t>Flask+Gunicorn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6172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Web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Challenges this system was built to solve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545336"/>
            <a:ext cx="256032" cy="25603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508760"/>
            <a:ext cx="6949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Manual room audits are slow, expensive and error-prone — requiring human inspectors for every property.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95144"/>
            <a:ext cx="256032" cy="25603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258568"/>
            <a:ext cx="6949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Real-estate platforms cannot automatically tag listings with furniture counts or room type metadata.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44952"/>
            <a:ext cx="256032" cy="25603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008376"/>
            <a:ext cx="6949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Interior designers waste hours cataloguing existing furniture before planning new layouts.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94760"/>
            <a:ext cx="256032" cy="25603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758184"/>
            <a:ext cx="6949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Hospitality management lacks scalable tooling to verify room inventory across hundreds of properties.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544568"/>
            <a:ext cx="256032" cy="25603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507992"/>
            <a:ext cx="6949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Existing vision APIs are generic — no focused, lightweight solution for indoor furniture detection.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623560"/>
            <a:ext cx="11183112" cy="84124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623560"/>
            <a:ext cx="73152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8756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Our Solution:  A lightweight, containerised AI web-app that returns instant, structured results from a single room photo — no cloud API keys, no per-call billing, runs fully offline.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Every component that powers 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394960" cy="137160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64008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</a:rPr>
              <a:t>YOLO11 (ONNX)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State-of-the-art real-time object detection model exported to ONNX format for cross-platform inference.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5394960" cy="137160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64008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27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089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ONNX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9300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Hardware-accelerated inference engine — runs YOLO11 efficiently on CPU without GPU requirement.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26280"/>
            <a:ext cx="5394960" cy="137160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526280"/>
            <a:ext cx="6400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36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617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Flask 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00176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Lightweight Python web framework serving the REST API (/analyze, /sample) and HTML front-end.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1508760"/>
            <a:ext cx="5394960" cy="137160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1508760"/>
            <a:ext cx="64008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1618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600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Gunicorn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98424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Production-grade WSGI server with 2 workers and 120-second timeout for heavy image inference.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3017520"/>
            <a:ext cx="5394960" cy="137160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3017520"/>
            <a:ext cx="64008" cy="13716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127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1089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</a:rPr>
              <a:t>OpenCV (headless)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9300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Image preprocessing — letterbox resizing, BGR→RGB, bounding-box drawing, JPEG encoding.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4526280"/>
            <a:ext cx="5394960" cy="137160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526280"/>
            <a:ext cx="64008" cy="13716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636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617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CFF"/>
                </a:solidFill>
              </a:rPr>
              <a:t>Docker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00176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Full containerisation — single image bundles model, app and assets. Runs anywhere with one command.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End-to-end pipeline from image input to structured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45920"/>
            <a:ext cx="1691640" cy="201168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16916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1051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F46E5"/>
                </a:solidFill>
              </a:rPr>
              <a:t>User
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0779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Upload image
or select 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9696" y="24688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366F1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1645920"/>
            <a:ext cx="1691640" cy="201168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04288" y="1645920"/>
            <a:ext cx="1691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181051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6B6D4"/>
                </a:solidFill>
              </a:rPr>
              <a:t>Preprocess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90779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Letterbox pad
640×640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24688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366F1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7096" y="1645920"/>
            <a:ext cx="1691640" cy="201168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7096" y="1645920"/>
            <a:ext cx="1691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7096" y="181051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7096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0B981"/>
                </a:solidFill>
              </a:rPr>
              <a:t>YOLO11
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7096" y="290779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ONNX Runtime
CPU forward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24688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366F1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9904" y="1645920"/>
            <a:ext cx="1691640" cy="201168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9904" y="1645920"/>
            <a:ext cx="1691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81051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9904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59E0B"/>
                </a:solidFill>
              </a:rPr>
              <a:t>NMS +
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290779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IoU 0.45
Conf 0.18–0.25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4688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366F1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82712" y="1645920"/>
            <a:ext cx="1691640" cy="201168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82712" y="1645920"/>
            <a:ext cx="169164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82712" y="181051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🏷️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43F5E"/>
                </a:solidFill>
              </a:rPr>
              <a:t>Classify &amp;
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290779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Object inventory
&amp; room scoring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0928" y="24688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366F1"/>
                </a:solidFill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645920"/>
            <a:ext cx="1691640" cy="201168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75520" y="1645920"/>
            <a:ext cx="1691640" cy="54864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181051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A85CFF"/>
                </a:solidFill>
              </a:rPr>
              <a:t>Report
+ Image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290779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JSON response
+ annotated JPEG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931920"/>
            <a:ext cx="11183112" cy="5943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397763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All processing happens server-side inside Docker. The browser receives a JSON payload with annotated base64 JPEG + structured item list — no disk writes required.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709160"/>
            <a:ext cx="5394960" cy="987552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709160"/>
            <a:ext cx="64008" cy="9875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773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Input Formats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120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JPEG · PNG · WEBP  |  Max 32 MB  |  Any resolution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91072" y="4709160"/>
            <a:ext cx="5394960" cy="987552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91072" y="4709160"/>
            <a:ext cx="64008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4773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Output Payload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5120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base64 annotated image · item counts · room predictions · supervisor report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YOLO11 Deep Learning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The AI engine at the core of detection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45336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50876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Architecture: YOLO11-Medium (CSPNet backbone, PAN-FPN neck, Detect head)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203704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67128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Input Size: 640 × 640 px with aspect-ratio letterbox padding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62072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25496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Classes: 80 COCO object classes — 27 mapped to indoor furniture categories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520440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483864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Format: ONNX (Open Neural Network Exchange) — runs on any OS without GPU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78808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14223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Inference: ONNX Runtime CPU — ~150–400 ms per image depending on hardware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37176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80060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NMS: Non-Maximum Suppression · IoU threshold 0.45 · Conf threshold 0.18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508760"/>
            <a:ext cx="4096512" cy="4389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600200"/>
            <a:ext cx="4096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</a:rPr>
              <a:t>Model Variants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103120"/>
            <a:ext cx="4005072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21579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1579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1579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Used?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560320"/>
            <a:ext cx="4005072" cy="438912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26151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YOLO11n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151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10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6151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Fallback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3017520"/>
            <a:ext cx="4005072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30723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YOLO11m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0723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80 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30723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Primary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4160520"/>
            <a:ext cx="4096512" cy="8229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89520" y="4160520"/>
            <a:ext cx="409651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4251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System auto-selects yolo11m.onnx if present;
falls back to yolo11n.onnx automatically.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Object Detection &amp;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27 indoor objects across 9 semantic 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749039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6367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Seating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011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Chair · Sofa / Couch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7" y="1508760"/>
            <a:ext cx="3749039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7" y="1508760"/>
            <a:ext cx="3749039" cy="64008"/>
          </a:xfrm>
          <a:prstGeom prst="rect">
            <a:avLst/>
          </a:prstGeom>
          <a:solidFill>
            <a:srgbClr val="DC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7" y="16367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🛏️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19" y="16367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64FF"/>
                </a:solidFill>
              </a:rPr>
              <a:t>Sleeping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2011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Bed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4" y="1508760"/>
            <a:ext cx="3749039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03334" y="1508760"/>
            <a:ext cx="3749039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0494" y="16367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6" y="16367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90FF"/>
                </a:solidFill>
              </a:rPr>
              <a:t>Surfaces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6" y="2011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Dining 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880360"/>
            <a:ext cx="3749039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88036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083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30083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Electronics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3383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TV · Laptop · Keyboard · Mouse · Phone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3127" y="2880360"/>
            <a:ext cx="3749039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7" y="2880360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7" y="30083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19" y="30083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Appliances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19" y="3383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Microwave · Oven · Toaster · Refrigerator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03334" y="2880360"/>
            <a:ext cx="3749039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03334" y="2880360"/>
            <a:ext cx="3749039" cy="64008"/>
          </a:xfrm>
          <a:prstGeom prst="rect">
            <a:avLst/>
          </a:prstGeom>
          <a:solidFill>
            <a:srgbClr val="3C3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4" y="30083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6" y="30083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3CF0"/>
                </a:solidFill>
              </a:rPr>
              <a:t>Fixtures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6" y="3383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Sink · Toilet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251960"/>
            <a:ext cx="3749039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251960"/>
            <a:ext cx="3749039" cy="64008"/>
          </a:xfrm>
          <a:prstGeom prst="rect">
            <a:avLst/>
          </a:prstGeom>
          <a:solidFill>
            <a:srgbClr val="B4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3799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43799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69FF"/>
                </a:solidFill>
              </a:rPr>
              <a:t>Decor &amp; Study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47548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Book · Clock · Vase · Plant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53127" y="4251960"/>
            <a:ext cx="3749039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53127" y="4251960"/>
            <a:ext cx="3749039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0287" y="43799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19" y="43799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Dining &amp; Kitchen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19" y="47548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Bottle · Wine Glass · Cup · Bowl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03334" y="4251960"/>
            <a:ext cx="3749039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03334" y="4251960"/>
            <a:ext cx="3749039" cy="64008"/>
          </a:xfrm>
          <a:prstGeom prst="rect">
            <a:avLst/>
          </a:prstGeom>
          <a:solidFill>
            <a:srgbClr val="8C6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0494" y="43799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25126" y="43799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6446"/>
                </a:solidFill>
              </a:rPr>
              <a:t>Personal Items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25126" y="47548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Backpack · Handbag · Suitcase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Room Type Prediction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Multivariate weighted scoring model with probabilistic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How the Algorithm Works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56816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1️⃣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20240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Count detected objects per category (beds, chairs, sofas, appliances…)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23744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8716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Apply weighted score formula — e.g. each bed = 30 pts, each sofa = 25 pts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090672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3️⃣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054096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Sum scores across all 6 room types and compute probability percentages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57600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4️⃣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621024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Boost top room to minimum 68% confidence for realistic output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224528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5️⃣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187952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Return ranked list of all room types with probabilities to the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508760"/>
            <a:ext cx="4096512" cy="4846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600200"/>
            <a:ext cx="4096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Scoring Weights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2084831"/>
            <a:ext cx="4005072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21396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Room 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13969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Key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1396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</a:rPr>
              <a:t>Weight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2542031"/>
            <a:ext cx="4005072" cy="438912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25968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Living Room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59689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Sofa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5968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+25 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2999231"/>
            <a:ext cx="4005072" cy="438912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30540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Bedroom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05409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Bed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30540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+30 pts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3456431"/>
            <a:ext cx="4005072" cy="438912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79" y="35112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Dining Room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51129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35112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+20 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3913631"/>
            <a:ext cx="4005072" cy="438912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79" y="39684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Kitchen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96849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Refrigerator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9684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+25 pts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370831"/>
            <a:ext cx="4005072" cy="438912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79" y="44256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Study / Office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442569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Laptop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44256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+22 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4828031"/>
            <a:ext cx="4005072" cy="438912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79" y="48828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Bathroom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488289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Toilet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488289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</a:rPr>
              <a:t>+35 pts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Web Interface &amp;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Modern dark-themed single-page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5394960" cy="960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6400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8191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Image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Drag-and-drop or click-to-browse. Supports JPEG, PNG, WEBP up to 32 MB.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91656" y="1508760"/>
            <a:ext cx="5394960" cy="960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91656" y="1508760"/>
            <a:ext cx="6400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158191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Sample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965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3 built-in demo images (living room, bedroom, dining) — one-click testing.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06040"/>
            <a:ext cx="5394960" cy="960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606040"/>
            <a:ext cx="64008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697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🎚️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6791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Confidence Slider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063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Real-time sensitivity control from 0.10 to 0.95 — fine-tune detection threshold.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1656" y="2606040"/>
            <a:ext cx="5394960" cy="960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91656" y="2606040"/>
            <a:ext cx="6400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2697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🏷️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26791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Object Chips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3063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Colour-coded category chips for every detected item with icon and count badge.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03320"/>
            <a:ext cx="5394960" cy="960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703320"/>
            <a:ext cx="64008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794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77647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Room Probability Bar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Visual probability bar chart for all 6 room classifications.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91656" y="3703320"/>
            <a:ext cx="5394960" cy="960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91656" y="3703320"/>
            <a:ext cx="64008" cy="96012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3794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6" y="377647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CFF"/>
                </a:solidFill>
              </a:rPr>
              <a:t>Supervisor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AI-generated analytical narrative: inventory, capacity, model info.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800600"/>
            <a:ext cx="5394960" cy="960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800600"/>
            <a:ext cx="6400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4892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🖼️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48737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Annotated Preview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257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Bounding boxes with category-colour tags and confidence % overlaid on image.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91656" y="4800600"/>
            <a:ext cx="5394960" cy="960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91656" y="4800600"/>
            <a:ext cx="64008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6248" y="4892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86016" y="48737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Download Button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86016" y="5257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Save the annotated image directly from the browser with one click.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Docker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Fully containerised — runs anywhere with a single command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713232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73152" cy="713232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docker run -d -p 5050:5050 --name smart-product-app  ahtishamijaz55/smart-product-identification:latest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What's bundled in the image: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52928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YOLO11-Medium ONNX model (~80 MB) — no download needed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36499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28416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Flask app + all Python dependencies pre-installed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877056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40480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 sample room images for instant testing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389120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352544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static/ templates/ directories with full UI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901184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864608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Gunicorn WSGI server (2 workers, 120s timeout)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413248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376672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HEALTHCHECK — Docker monitors app liveness automatically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331720"/>
            <a:ext cx="5285232" cy="42062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423160"/>
            <a:ext cx="5285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Deployment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9260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Base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9260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python:3.11-slim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649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3649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5050 (HTTP)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8039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WSGI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80390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Gunicorn 2 workers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24281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Health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2428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GET / every 30s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6817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Hub Repo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6817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ahtishamijaz55/smart-product-identification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1206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Tag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1206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5595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Digest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55595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sha256:b9e593c3…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API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REST endpoints exposed by the Flask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2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64008" cy="1234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83664"/>
            <a:ext cx="6858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8366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45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31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Serve the main HTML single-page 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07792"/>
            <a:ext cx="11183112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07792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55264"/>
            <a:ext cx="68580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5526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017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/analyze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4747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Core inference endpoint — returns JSON with detections, room predictions and annotated image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79392"/>
            <a:ext cx="11183112" cy="123444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279392"/>
            <a:ext cx="64008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626864"/>
            <a:ext cx="68580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2686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/sample/&lt;name&gt;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463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Serve a built-in sample image (living / bedroom / dining) as JPEG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3212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POST /analyze  —  Form Parameters: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870448"/>
            <a:ext cx="11183112" cy="658368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925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file  (multipart image)   |   sample_name  (living / bedroom / dining)   |   confidence_threshold  (float 0.10–0.95, default 0.18)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Results, Use Cases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Impact, applications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Real-World Use Cases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38528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Real Estate — auto-tag property listings with furniture inventory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60320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23744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Hospitality — verify hotel room standards at scale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82112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45536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Interior Design — instant existing-layout audit before redesign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03904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67328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Insurance — automated room-content documentation for claims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425696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38912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Education — demo platform for object-detection courses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508760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Key Achievements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956816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1920240"/>
            <a:ext cx="4919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27 furniture/object types detected out of 80 COCO classes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51176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2514600"/>
            <a:ext cx="4919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 room types classified with probabilistic confidence scores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45536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3108960"/>
            <a:ext cx="4919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Full Docker image — runs offline, no API keys required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739896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4" y="3703320"/>
            <a:ext cx="4919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Sub-400ms inference on standard CPU hardware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334256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4" y="4297680"/>
            <a:ext cx="4919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Production WSGI server, health-checked, ready to scale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20640"/>
            <a:ext cx="11183112" cy="91440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120640"/>
            <a:ext cx="1118311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3036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681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</a:rPr>
              <a:t>The AI-Based Smart Product Identification System demonstrates how a lightweight, fully containerised deep-learning pipeline can deliver production-ready room analysis — making object detection accessible to anyone with Docker.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236208"/>
            <a:ext cx="11183112" cy="384048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27278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🐳  docker pull ahtishamijaz55/smart-product-identification:latest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Live Detection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</a:rPr>
              <a:t>Real annotated outputs from YOLO11 running inside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0248" y="4114800"/>
            <a:ext cx="36576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3434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5B4FC"/>
                </a:solidFill>
              </a:rPr>
              <a:t>ahtishamijaz55/smart-product-identification:latest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Detection Result: Living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YOLO11-Medium | Confidence threshold: 0.20 | IoU NMS: 0.45</a:t>
            </a:r>
          </a:p>
        </p:txBody>
      </p:sp>
      <p:pic>
        <p:nvPicPr>
          <p:cNvPr id="7" name="Picture 6" descr="03_living_room_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7772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508760"/>
            <a:ext cx="3547872" cy="4389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508760"/>
            <a:ext cx="354787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642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AI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762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🏠  Room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1762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Living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151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📊 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6151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68.0%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54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🪴  Plants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0540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7 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4930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🪑  Chairs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 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931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🏺  Vases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3708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🛋️  Sofa / Couch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3708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 detected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4846320"/>
            <a:ext cx="3547872" cy="10058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91947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Other predictions:
Dining Room 19.7%
Study / Home Office 12.3%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Detection Result: Bedroom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YOLO11-Medium | Confidence threshold: 0.20 | IoU NMS: 0.45</a:t>
            </a:r>
          </a:p>
        </p:txBody>
      </p:sp>
      <p:pic>
        <p:nvPicPr>
          <p:cNvPr id="7" name="Picture 6" descr="04_bedroom_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7772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508760"/>
            <a:ext cx="3547872" cy="4389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508760"/>
            <a:ext cx="3547872" cy="64008"/>
          </a:xfrm>
          <a:prstGeom prst="rect">
            <a:avLst/>
          </a:prstGeom>
          <a:solidFill>
            <a:srgbClr val="DC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642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64FF"/>
                </a:solidFill>
              </a:rPr>
              <a:t>AI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762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🏠  Room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1762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64FF"/>
                </a:solidFill>
              </a:rPr>
              <a:t>Bedroom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151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📊 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6151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73.8%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54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🛏️  Beds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0540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 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4930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💻  Laptop / 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 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931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👥 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Sleeping for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4526280"/>
            <a:ext cx="3547872" cy="132588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59943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Other predictions:
Study / Home Office 26.2%
Model auto-selected yolo11m.onnx
for maximum accuracy.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C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Detection Result: Dining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YOLO11-Medium | Confidence threshold: 0.20 | IoU NMS: 0.45</a:t>
            </a:r>
          </a:p>
        </p:txBody>
      </p:sp>
      <p:pic>
        <p:nvPicPr>
          <p:cNvPr id="7" name="Picture 6" descr="05_dining_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7772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508760"/>
            <a:ext cx="3547872" cy="438912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1508760"/>
            <a:ext cx="354787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642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AI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7627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🍽️  Room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1762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Dining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786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📊 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5786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68.0%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80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🪑  Chairs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9809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11 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832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🪵 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3832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 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7856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🚰  Sink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7856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1879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🍳  Oven/Stove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1879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5902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👥  Capacity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45902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~14 persons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5074920"/>
            <a:ext cx="3547872" cy="8229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51389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Other predictions:
Study/Office 13.4%  |  Living Room 8.5%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6599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